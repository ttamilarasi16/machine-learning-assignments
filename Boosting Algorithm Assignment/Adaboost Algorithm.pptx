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4436-5BDA-E4C1-450E-9C4932335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9EBBD-A79C-9B44-AE77-19C9F3632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B133B-832A-D6F8-30D1-C9D9749C2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2A9-3996-4C40-80D5-D1EF103DB0E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DC520-B46F-DC2B-CF5C-96504F61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A15B2-C038-B5FF-048F-AFA55E92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F81F-5D8B-4515-B338-0498EE1C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AF6D-0982-35DA-E2AB-B4CBECB4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E5403-D5A3-87C8-0430-026BA59B7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AA128-891A-E3E6-57CB-D78E5FB6F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2A9-3996-4C40-80D5-D1EF103DB0E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635DB-8A71-FDF2-4A07-8A2CC5B1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0078D-2FC9-1E57-3750-A4F2933F4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F81F-5D8B-4515-B338-0498EE1C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4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17C8C-5BAC-A3E4-A6AB-136E0313B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A0B24-173F-E69D-F874-BCB6A5FE0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A802F-39A0-624F-952B-43E6D5312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2A9-3996-4C40-80D5-D1EF103DB0E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B7190-D534-4EA1-7875-8A787BC1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7C338-3E72-B4D1-55F2-AD604B72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F81F-5D8B-4515-B338-0498EE1C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37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C2DC-C7C1-99AC-3531-8CFFD66F9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384FC-7E21-1228-D8D6-94343EDAA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97452-ED49-E37E-5692-5530FF173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75342-4C07-09BE-16B9-42D6F22A2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2A9-3996-4C40-80D5-D1EF103DB0E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68A36-4AFE-7729-0C44-737F999C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F5B16-513C-85EA-FB49-6F6EB2B0B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F81F-5D8B-4515-B338-0498EE1C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8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532F-CCCC-BB16-1100-2B5B5D18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5C75D-6CB5-207D-0731-5FBD96EE0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39204-CACD-7B41-9D02-926495E63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9B34E-F041-D543-573E-8F428A0C7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45681-5C0C-E748-F915-B1DBB3B90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493996-C485-78F6-71C0-DA47C3B75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2A9-3996-4C40-80D5-D1EF103DB0E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75B9-5DB3-0E96-1185-442CED60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7A064B-03B6-1F2B-5640-ADD2891C6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F81F-5D8B-4515-B338-0498EE1C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74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C0FDF-9140-B145-0D0B-0F89D14E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89DFC9-CCF7-F756-CC74-6936282A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2A9-3996-4C40-80D5-D1EF103DB0E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C0434-5ADB-F212-0DAC-19423C0F0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2129F-FFC9-F3F4-BF01-EFE708B8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F81F-5D8B-4515-B338-0498EE1C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95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3CFE8-04C9-DA07-95FD-55F357B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2A9-3996-4C40-80D5-D1EF103DB0E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AB8264-365B-127C-9386-7619B24E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CA0A2-7E2C-97F3-5044-D9536DF37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F81F-5D8B-4515-B338-0498EE1C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14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099B5-60B9-D5F0-BBD0-82152DA89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211F7-83F5-DFCD-B61F-4B9B9D5A7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A38DB-D548-0478-5E17-FA819B2D7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62635-9129-75BB-D603-CF5576BB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2A9-3996-4C40-80D5-D1EF103DB0E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99D49-6C70-3E1C-F755-2EDA5556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A5C65-4554-CFB8-E4CA-39A239BD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F81F-5D8B-4515-B338-0498EE1C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9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E635-668A-A0A9-58FA-BA14CE6CB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12972-AC9A-9C89-BC6D-5F4A97BAD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432F65-DC3D-1AC8-8DB7-024220975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346E1-11A1-436B-A356-C62FB52A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2A9-3996-4C40-80D5-D1EF103DB0E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F8CC2-1B35-B99E-C343-6AC70781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CE860-8FF1-8025-9453-40C73C07D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F81F-5D8B-4515-B338-0498EE1C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7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1D06-C450-B278-4F6D-136306FB4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01992-28DF-1BDD-E295-A88335BCB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4DAF6-7CAD-59A6-30B0-DDA92695E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2A9-3996-4C40-80D5-D1EF103DB0E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F2258-FE5C-9DC1-82E5-44242296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46B2B-A845-DE12-59D7-C4B4D9DE2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F81F-5D8B-4515-B338-0498EE1C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7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606136-9483-9DCC-F34D-E19A5F812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ECE40-3C3E-2D8A-3C03-F2E60390C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6B5B9-0E1A-74DC-CE51-D9E7311B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2A9-3996-4C40-80D5-D1EF103DB0E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249D2-8EB5-713F-BAC6-30D16A9D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50C8B-D02E-6692-0423-D8541196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F81F-5D8B-4515-B338-0498EE1C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8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2E2B2-425A-18D6-1964-227C96DDA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1D2AB-9375-7715-A47B-29EC6D04B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4E4B5-58ED-2EF1-E93F-428D11064D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AD2A9-3996-4C40-80D5-D1EF103DB0E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D5BEC-60E2-0747-92AC-ED52E036F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A344E-0905-4B52-2164-72434383A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4F81F-5D8B-4515-B338-0498EE1C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7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C77A-935F-D802-01E5-01DF96FE5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74794"/>
          </a:xfrm>
        </p:spPr>
        <p:txBody>
          <a:bodyPr>
            <a:normAutofit/>
          </a:bodyPr>
          <a:lstStyle/>
          <a:p>
            <a:r>
              <a:rPr lang="en-US" dirty="0"/>
              <a:t>Boosting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00CFF-3887-1F11-284B-45D8E2555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33870"/>
            <a:ext cx="9144000" cy="2623930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Multiple weak models are combined sequentially to create one strong model.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Builds many small models sequentially (one after one)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Each model focus on correcting previous model’s mistakes.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Finally, all models combined together to give one strong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38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C1C63-D5E5-2211-C922-86BE38D0B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3852"/>
            <a:ext cx="10515600" cy="1719470"/>
          </a:xfrm>
        </p:spPr>
        <p:txBody>
          <a:bodyPr/>
          <a:lstStyle/>
          <a:p>
            <a:r>
              <a:rPr lang="en-US" dirty="0"/>
              <a:t>AdaBoost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5472C-F9E6-C8A8-47C3-EF2FD591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51313"/>
            <a:ext cx="10515600" cy="3125650"/>
          </a:xfrm>
        </p:spPr>
        <p:txBody>
          <a:bodyPr/>
          <a:lstStyle/>
          <a:p>
            <a:r>
              <a:rPr lang="en-US" dirty="0"/>
              <a:t>Adaptive + Boosting</a:t>
            </a:r>
          </a:p>
          <a:p>
            <a:r>
              <a:rPr lang="en-US" dirty="0"/>
              <a:t>Adaptive means adjustable, Boosting means improving</a:t>
            </a:r>
          </a:p>
          <a:p>
            <a:r>
              <a:rPr lang="en-US" dirty="0"/>
              <a:t>It adapts by focusing on more mistakes and  learning from mistakes again and again.</a:t>
            </a:r>
          </a:p>
        </p:txBody>
      </p:sp>
    </p:spTree>
    <p:extLst>
      <p:ext uri="{BB962C8B-B14F-4D97-AF65-F5344CB8AC3E}">
        <p14:creationId xmlns:p14="http://schemas.microsoft.com/office/powerpoint/2010/main" val="4066918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41368-156E-E986-002F-F9E64361C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73217"/>
            <a:ext cx="10515600" cy="1789043"/>
          </a:xfrm>
        </p:spPr>
        <p:txBody>
          <a:bodyPr/>
          <a:lstStyle/>
          <a:p>
            <a:r>
              <a:rPr lang="en-US" dirty="0"/>
              <a:t>From the image,</a:t>
            </a:r>
          </a:p>
          <a:p>
            <a:r>
              <a:rPr lang="en-US" dirty="0"/>
              <a:t>The algorithm create multiple models from given dataset sequentially by correcting the mistakes from previous model and combine all the weights and prediction, it gives a final strong prediction.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14D21-64B1-E6A0-C897-748EB14FD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36" y="452022"/>
            <a:ext cx="7235203" cy="358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0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AC2BE-F4C5-D7D3-967D-45B94EBF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91C0C8-845E-5B56-A55E-92182E13C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971261" y="1963012"/>
            <a:ext cx="7490791" cy="3493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7140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FD09-0A16-A3DC-7A15-97426D21E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F4E9-D8F5-E55B-CBB7-FF05B563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9039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The error lies between 0 to 1, If the error is less the model is good.</a:t>
            </a:r>
          </a:p>
          <a:p>
            <a:r>
              <a:rPr lang="en-US" dirty="0"/>
              <a:t>The </a:t>
            </a:r>
            <a:r>
              <a:rPr lang="el-GR" dirty="0"/>
              <a:t>α</a:t>
            </a:r>
            <a:r>
              <a:rPr lang="en-US" dirty="0"/>
              <a:t> (weight) also lies between 0 to 1, if the weight is high the model is good.</a:t>
            </a:r>
          </a:p>
        </p:txBody>
      </p:sp>
    </p:spTree>
    <p:extLst>
      <p:ext uri="{BB962C8B-B14F-4D97-AF65-F5344CB8AC3E}">
        <p14:creationId xmlns:p14="http://schemas.microsoft.com/office/powerpoint/2010/main" val="4192601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153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Boosting Algorithm</vt:lpstr>
      <vt:lpstr>AdaBoost Algorithm</vt:lpstr>
      <vt:lpstr>PowerPoint Presentation</vt:lpstr>
      <vt:lpstr>Formula:</vt:lpstr>
      <vt:lpstr>Formula (cont…)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Tamilarasi Thangadurai</dc:creator>
  <cp:lastModifiedBy>Tamilarasi Thangadurai</cp:lastModifiedBy>
  <cp:revision>1</cp:revision>
  <dcterms:created xsi:type="dcterms:W3CDTF">2026-03-26T07:18:51Z</dcterms:created>
  <dcterms:modified xsi:type="dcterms:W3CDTF">2026-03-26T07:20:54Z</dcterms:modified>
</cp:coreProperties>
</file>