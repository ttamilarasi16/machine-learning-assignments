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452A3-6172-D6F6-F111-329FD685A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97400D-F78E-2FB5-57F3-E0F830D00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090C4-F9DC-89C5-037D-4D1319942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58C8-46E9-43B0-9A7D-55868C7437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987F1-0243-80D0-2815-9C9B203F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E288F-D3BC-9C3F-31E2-A2CCA69A4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D48D0-345B-463E-9731-0729039D8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132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F109A-8C29-6519-8A5C-F0C477F57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46229-A427-C38D-206F-DFE5943E0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FDC6A-797F-A099-8478-CA3C223C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58C8-46E9-43B0-9A7D-55868C7437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588B9-8650-1AE8-46B2-88582E2D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CF6BD-5843-0B4C-5CCF-036120D7B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D48D0-345B-463E-9731-0729039D8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525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186A-4F45-C207-1B73-A707F26A8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0C415-F14D-B851-2407-E58FD1F4F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C3A63-A542-A6CC-6819-AAACB23E1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58C8-46E9-43B0-9A7D-55868C7437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B069D-7ABF-65D3-3B4A-E8ACE6243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CAB27-70B7-76F1-D4B4-06791E2B0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D48D0-345B-463E-9731-0729039D8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10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E763-233E-377D-3764-F0944870D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B0F38-4E0A-6B83-0001-EAFF550BB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37C14-45D2-D3DD-979D-A57D81945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75116-F9D4-3EB1-C352-F01AEC8FD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58C8-46E9-43B0-9A7D-55868C7437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0A86D-996E-BF0F-79DE-E46F24D6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0F67E-EEFB-76CE-AB9B-EFAB0903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D48D0-345B-463E-9731-0729039D8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49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43DD0-1552-334F-4001-15F946A3A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0B6FD-3E53-907A-91A2-9B7639C7B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3B180-C421-BE51-2842-5BF1BA814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E07141-B77C-F0C4-1FD5-397FB58D2B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C1D859-1B04-76E1-7CB4-8ADBA4BBDB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0F03DE-5B2F-62FF-776C-B7C3F290D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58C8-46E9-43B0-9A7D-55868C7437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CA4E33-1B2C-BB0C-0A84-E0E845868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8F89DF-64EA-5B79-D6C1-20863B295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D48D0-345B-463E-9731-0729039D8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FCD89-DE31-494F-9101-29BB215E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B2E78E-5C98-3F82-ADAE-7E2AC8EC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58C8-46E9-43B0-9A7D-55868C7437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F770D-A334-E7E3-55FB-39425E428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D9BEA-266C-A24D-483B-F924ECD05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D48D0-345B-463E-9731-0729039D8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91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FC2828-4053-F8E9-948A-257DF322F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58C8-46E9-43B0-9A7D-55868C7437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233EF7-0ED6-5118-B84F-4D6BE9D33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1B12B-39B7-68D2-477B-6EEA17E4A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D48D0-345B-463E-9731-0729039D8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35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C2DF6-EAD8-22C8-D43D-DF01A5325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C1F59-7B08-00CE-D972-D37B3C0EE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470BE-76A3-8505-51F0-A450D61AD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1B63F-7BF8-2ECF-3AB2-B0C8B0A18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58C8-46E9-43B0-9A7D-55868C7437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6CBEE-EDA3-2CF1-F72E-D45BE40E4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7A6FB-5C94-98D2-DF3D-BC98B1FDE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D48D0-345B-463E-9731-0729039D8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46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7B2AA-E076-71B6-CF6B-3A0D34439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E07879-FBEE-A2CE-E2B1-912F2CD666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28581-A7A1-B354-5760-E60A92665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2E868-AC32-5164-5F07-2D30F4A68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58C8-46E9-43B0-9A7D-55868C7437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1D0AF-E52A-7C6B-0D58-15875DF85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5EAE1-1349-9BFA-DFF9-303BE9315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D48D0-345B-463E-9731-0729039D8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94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E1015-107B-CDAC-60E0-E47025422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94866-299A-29A7-2223-8756BF05D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262E7-6B6C-B21A-4873-483DE2BC3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58C8-46E9-43B0-9A7D-55868C7437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D51AA-C868-0E5D-D1A4-BE0EAB833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6AA9F-7046-0639-D550-E32FA9011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D48D0-345B-463E-9731-0729039D8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4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5708FE-EAE0-AF00-D901-69B0E33DC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E4822A-E77E-785E-6F58-6B5E9D9E2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D5D3D-0AA4-1E95-0816-9A552819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58C8-46E9-43B0-9A7D-55868C7437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EB20-5B9D-E087-DC65-146F921AE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C259C-525E-ACC8-C65E-B64815E30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D48D0-345B-463E-9731-0729039D8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56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E803BE-8DFD-582D-477E-D433A889D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8F237-1B52-37D3-F7DE-6472652DD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BA075-3656-0BA8-9789-EE1849860F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E58C8-46E9-43B0-9A7D-55868C7437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6FAC0-CA0B-7CA1-ECBE-CFCD9B54B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5F209-41E6-A5C1-1457-888EBD341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D48D0-345B-463E-9731-0729039D8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48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A6BC4-2C1E-FB87-B0E8-77147CA7E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604963"/>
          </a:xfrm>
        </p:spPr>
        <p:txBody>
          <a:bodyPr/>
          <a:lstStyle/>
          <a:p>
            <a:r>
              <a:rPr lang="en-US" dirty="0"/>
              <a:t>XG Boost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975943-C3D8-A401-BE71-CDFD746CD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5087"/>
            <a:ext cx="10515600" cy="3741876"/>
          </a:xfrm>
        </p:spPr>
        <p:txBody>
          <a:bodyPr/>
          <a:lstStyle/>
          <a:p>
            <a:r>
              <a:rPr lang="en-US" dirty="0"/>
              <a:t>Extreme Gradient Boosting is a highly efficient boosting algorithm.</a:t>
            </a:r>
          </a:p>
          <a:p>
            <a:r>
              <a:rPr lang="en-US" dirty="0"/>
              <a:t>Like AdaBoost, this also creates many models sequentially one after another (mostly decision tree) and learn from its mistake from previous model and correcting it in next model.</a:t>
            </a:r>
          </a:p>
          <a:p>
            <a:r>
              <a:rPr lang="en-US" dirty="0"/>
              <a:t>It minimizes error using gradient descent and improving performance with speed and regularization.</a:t>
            </a:r>
          </a:p>
        </p:txBody>
      </p:sp>
    </p:spTree>
    <p:extLst>
      <p:ext uri="{BB962C8B-B14F-4D97-AF65-F5344CB8AC3E}">
        <p14:creationId xmlns:p14="http://schemas.microsoft.com/office/powerpoint/2010/main" val="3135341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65830-4FAF-57B2-EFF3-9FE261AE5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1362"/>
          </a:xfrm>
        </p:spPr>
        <p:txBody>
          <a:bodyPr/>
          <a:lstStyle/>
          <a:p>
            <a:r>
              <a:rPr lang="en-US" dirty="0"/>
              <a:t>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7A219-714C-5CEA-FC4D-ECB51A95B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5209"/>
            <a:ext cx="10515600" cy="3761754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gradient</a:t>
            </a:r>
            <a:r>
              <a:rPr lang="en-US" dirty="0"/>
              <a:t> is simply a measure of </a:t>
            </a:r>
            <a:r>
              <a:rPr lang="en-US" b="1" dirty="0"/>
              <a:t>how much a value changes</a:t>
            </a:r>
            <a:r>
              <a:rPr lang="en-US" dirty="0"/>
              <a:t> when something else changes.</a:t>
            </a:r>
          </a:p>
          <a:p>
            <a:r>
              <a:rPr lang="en-US" dirty="0"/>
              <a:t>If the slope is high or upward the gradient is high/positive</a:t>
            </a:r>
          </a:p>
          <a:p>
            <a:r>
              <a:rPr lang="en-US" dirty="0"/>
              <a:t>If the slope is low or downward the gradient is low/negative</a:t>
            </a:r>
          </a:p>
          <a:p>
            <a:r>
              <a:rPr lang="en-US" dirty="0"/>
              <a:t>If the slope is flat the gradient is zero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140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BB584-C388-014F-1EA8-6C8D343BD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Representation: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4B7A19-9B74-5546-54D8-E741423614C9}"/>
              </a:ext>
            </a:extLst>
          </p:cNvPr>
          <p:cNvSpPr txBox="1"/>
          <p:nvPr/>
        </p:nvSpPr>
        <p:spPr>
          <a:xfrm>
            <a:off x="1496975" y="4273826"/>
            <a:ext cx="7915382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42077C-FC5C-3BC6-0D4D-24AA03597FF1}"/>
              </a:ext>
            </a:extLst>
          </p:cNvPr>
          <p:cNvSpPr txBox="1"/>
          <p:nvPr/>
        </p:nvSpPr>
        <p:spPr>
          <a:xfrm>
            <a:off x="6096000" y="3429000"/>
            <a:ext cx="45719" cy="556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49027A5-E684-76F8-5667-CB7B216F8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9643" y="1825625"/>
            <a:ext cx="63345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50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8E28A-163C-9AE2-6633-3E4A46F6A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LG Boosting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C5D1E-DE70-B3D6-7D4C-2FAB4FB23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Light Gradient Boosting Machine</a:t>
            </a:r>
          </a:p>
          <a:p>
            <a:r>
              <a:rPr lang="en-US" dirty="0"/>
              <a:t>High Performance open-source framework for Gradient Boosting.</a:t>
            </a:r>
          </a:p>
          <a:p>
            <a:r>
              <a:rPr lang="en-US" dirty="0"/>
              <a:t>It is particularly optimized for regression tasks on large datasets.</a:t>
            </a:r>
          </a:p>
          <a:p>
            <a:r>
              <a:rPr lang="en-US" dirty="0"/>
              <a:t>It is designed for efficiency, speed and lower memory usage compared to traditional gradient boosting algorithm.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997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44EB1F-B906-D55E-C709-1111422062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0930" y="1063486"/>
            <a:ext cx="8607287" cy="453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185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</TotalTime>
  <Words>158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XG Boost</vt:lpstr>
      <vt:lpstr>Gradient descent</vt:lpstr>
      <vt:lpstr>Visual Representation:</vt:lpstr>
      <vt:lpstr>LG Boosting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Tamilarasi Thangadurai</dc:creator>
  <cp:lastModifiedBy>Tamilarasi Thangadurai</cp:lastModifiedBy>
  <cp:revision>3</cp:revision>
  <dcterms:created xsi:type="dcterms:W3CDTF">2026-03-26T16:02:21Z</dcterms:created>
  <dcterms:modified xsi:type="dcterms:W3CDTF">2026-03-27T06:43:25Z</dcterms:modified>
</cp:coreProperties>
</file>